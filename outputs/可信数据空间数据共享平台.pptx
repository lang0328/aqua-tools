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8725ef9a74ff6" /><Relationship Type="http://schemas.openxmlformats.org/officeDocument/2006/relationships/extended-properties" Target="/docProps/app.xml" Id="R02121a2a849249a3" /><Relationship Type="http://schemas.openxmlformats.org/officeDocument/2006/relationships/officeDocument" Target="/ppt/presentation.xml" Id="Rb4d7c358761248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5cce6072754283"/>
  </p:sldMasterIdLst>
  <p:notesMasterIdLst>
    <p:notesMasterId xmlns:r="http://schemas.openxmlformats.org/officeDocument/2006/relationships" r:id="Red0f0bb66a1e4ee2"/>
  </p:notesMasterIdLst>
  <p:sldIdLst>
    <p:sldId xmlns:r="http://schemas.openxmlformats.org/officeDocument/2006/relationships" id="256" r:id="Ra192863a0f0e410c"/>
    <p:sldId xmlns:r="http://schemas.openxmlformats.org/officeDocument/2006/relationships" id="257" r:id="R075c58cbdf0c44b7"/>
    <p:sldId xmlns:r="http://schemas.openxmlformats.org/officeDocument/2006/relationships" id="258" r:id="R874cd9451d154d12"/>
    <p:sldId xmlns:r="http://schemas.openxmlformats.org/officeDocument/2006/relationships" id="259" r:id="R308cdf2074294df9"/>
    <p:sldId xmlns:r="http://schemas.openxmlformats.org/officeDocument/2006/relationships" id="260" r:id="R57331ed1ddf74aea"/>
    <p:sldId xmlns:r="http://schemas.openxmlformats.org/officeDocument/2006/relationships" id="261" r:id="R778ba4c1e1e6419c"/>
    <p:sldId xmlns:r="http://schemas.openxmlformats.org/officeDocument/2006/relationships" id="262" r:id="R9fb60a0cfd224300"/>
    <p:sldId xmlns:r="http://schemas.openxmlformats.org/officeDocument/2006/relationships" id="263" r:id="R3ffa466ce80d495d"/>
    <p:sldId xmlns:r="http://schemas.openxmlformats.org/officeDocument/2006/relationships" id="264" r:id="Rdd4e2ad5315c4a74"/>
    <p:sldId xmlns:r="http://schemas.openxmlformats.org/officeDocument/2006/relationships" id="265" r:id="R8e078db0ba7745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e39d2bbc0406f" /><Relationship Type="http://schemas.openxmlformats.org/officeDocument/2006/relationships/slideMaster" Target="/ppt/slideMasters/slideMaster1.xml" Id="R195cce6072754283" /><Relationship Type="http://schemas.openxmlformats.org/officeDocument/2006/relationships/notesMaster" Target="/ppt/notesMasters/notesMaster1.xml" Id="Red0f0bb66a1e4ee2" /><Relationship Type="http://schemas.openxmlformats.org/officeDocument/2006/relationships/presProps" Target="/ppt/presProps.xml" Id="Rc5c333e2581243d9" /><Relationship Type="http://schemas.openxmlformats.org/officeDocument/2006/relationships/tableStyles" Target="/ppt/tableStyles.xml" Id="Rd191d658119a4e06" /><Relationship Type="http://schemas.openxmlformats.org/officeDocument/2006/relationships/slide" Target="/ppt/slides/slide1.xml" Id="Ra192863a0f0e410c" /><Relationship Type="http://schemas.openxmlformats.org/officeDocument/2006/relationships/slide" Target="/ppt/slides/slide2.xml" Id="R075c58cbdf0c44b7" /><Relationship Type="http://schemas.openxmlformats.org/officeDocument/2006/relationships/slide" Target="/ppt/slides/slide3.xml" Id="R874cd9451d154d12" /><Relationship Type="http://schemas.openxmlformats.org/officeDocument/2006/relationships/slide" Target="/ppt/slides/slide4.xml" Id="R308cdf2074294df9" /><Relationship Type="http://schemas.openxmlformats.org/officeDocument/2006/relationships/slide" Target="/ppt/slides/slide5.xml" Id="R57331ed1ddf74aea" /><Relationship Type="http://schemas.openxmlformats.org/officeDocument/2006/relationships/slide" Target="/ppt/slides/slide6.xml" Id="R778ba4c1e1e6419c" /><Relationship Type="http://schemas.openxmlformats.org/officeDocument/2006/relationships/slide" Target="/ppt/slides/slide7.xml" Id="R9fb60a0cfd224300" /><Relationship Type="http://schemas.openxmlformats.org/officeDocument/2006/relationships/slide" Target="/ppt/slides/slide8.xml" Id="R3ffa466ce80d495d" /><Relationship Type="http://schemas.openxmlformats.org/officeDocument/2006/relationships/slide" Target="/ppt/slides/slide9.xml" Id="Rdd4e2ad5315c4a74" /><Relationship Type="http://schemas.openxmlformats.org/officeDocument/2006/relationships/slide" Target="/ppt/slides/slide10.xml" Id="R8e078db0ba7745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40ae85579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911c1fa3541d2" /><Relationship Type="http://schemas.openxmlformats.org/officeDocument/2006/relationships/notesMaster" Target="/ppt/notesMasters/notesMaster1.xml" Id="R7d503c08c16648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1675eb4dd048e0" /><Relationship Type="http://schemas.openxmlformats.org/officeDocument/2006/relationships/notesMaster" Target="/ppt/notesMasters/notesMaster1.xml" Id="Rcac50c748b28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c84f2941e4d83" /><Relationship Type="http://schemas.openxmlformats.org/officeDocument/2006/relationships/notesMaster" Target="/ppt/notesMasters/notesMaster1.xml" Id="Rcec95d6c53c240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1de21264b48d2" /><Relationship Type="http://schemas.openxmlformats.org/officeDocument/2006/relationships/notesMaster" Target="/ppt/notesMasters/notesMaster1.xml" Id="R08d84ce6e4fc43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44fc2672a34d6e" /><Relationship Type="http://schemas.openxmlformats.org/officeDocument/2006/relationships/notesMaster" Target="/ppt/notesMasters/notesMaster1.xml" Id="Rd4c58247494145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e347d8711d4790" /><Relationship Type="http://schemas.openxmlformats.org/officeDocument/2006/relationships/notesMaster" Target="/ppt/notesMasters/notesMaster1.xml" Id="Rcbeaea8ff3be4f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cd1852ff674049" /><Relationship Type="http://schemas.openxmlformats.org/officeDocument/2006/relationships/notesMaster" Target="/ppt/notesMasters/notesMaster1.xml" Id="R6549fcebcd764f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09362bffec41b7" /><Relationship Type="http://schemas.openxmlformats.org/officeDocument/2006/relationships/notesMaster" Target="/ppt/notesMasters/notesMaster1.xml" Id="Rb01f72752eb14d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1c5c751ed84e58" /><Relationship Type="http://schemas.openxmlformats.org/officeDocument/2006/relationships/notesMaster" Target="/ppt/notesMasters/notesMaster1.xml" Id="Ra0d527bfde754d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7629990c304b88" /><Relationship Type="http://schemas.openxmlformats.org/officeDocument/2006/relationships/notesMaster" Target="/ppt/notesMasters/notesMaster1.xml" Id="R0ec2fe7813df4e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15068a82c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592ef803f417b" /><Relationship Type="http://schemas.openxmlformats.org/officeDocument/2006/relationships/slideLayout" Target="/ppt/slideLayouts/slideLayout1.xml" Id="Rf4e39ac7fc4a4f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39ac7fc4a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1ec063a474c1b" /><Relationship Type="http://schemas.openxmlformats.org/officeDocument/2006/relationships/notesSlide" Target="/ppt/notesSlides/notesSlide1.xml" Id="R699d0a9d7f884c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34052bedd48d7" /><Relationship Type="http://schemas.openxmlformats.org/officeDocument/2006/relationships/notesSlide" Target="/ppt/notesSlides/notesSlide2.xml" Id="Rcbe000a63f13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cfa6eeb34f50" /><Relationship Type="http://schemas.openxmlformats.org/officeDocument/2006/relationships/notesSlide" Target="/ppt/notesSlides/notesSlide3.xml" Id="R0b3742c7c49f45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4aafe6ed14d01" /><Relationship Type="http://schemas.openxmlformats.org/officeDocument/2006/relationships/notesSlide" Target="/ppt/notesSlides/notesSlide4.xml" Id="R71cd51b531934f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3d973185d4586" /><Relationship Type="http://schemas.openxmlformats.org/officeDocument/2006/relationships/notesSlide" Target="/ppt/notesSlides/notesSlide5.xml" Id="Ra38fed504e4d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e6d9d55a24f5c" /><Relationship Type="http://schemas.openxmlformats.org/officeDocument/2006/relationships/notesSlide" Target="/ppt/notesSlides/notesSlide6.xml" Id="R6752a0f1e72c41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1221b5648432b" /><Relationship Type="http://schemas.openxmlformats.org/officeDocument/2006/relationships/notesSlide" Target="/ppt/notesSlides/notesSlide7.xml" Id="R16518912362c46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fd7058a204ce2" /><Relationship Type="http://schemas.openxmlformats.org/officeDocument/2006/relationships/notesSlide" Target="/ppt/notesSlides/notesSlide8.xml" Id="R1878ba79104a40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df5acd2ec4dfb" /><Relationship Type="http://schemas.openxmlformats.org/officeDocument/2006/relationships/notesSlide" Target="/ppt/notesSlides/notesSlide9.xml" Id="R2462eee0770a4e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44d7c56e462d" /><Relationship Type="http://schemas.openxmlformats.org/officeDocument/2006/relationships/notesSlide" Target="/ppt/notesSlides/notesSlide10.xml" Id="Rda9ff47ceb244b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1">
            <a:extLst xmlns:a="http://schemas.openxmlformats.org/drawingml/2006/main">
              <a:ext uri="{FF2B5EF4-FFF2-40B4-BE49-F238E27FC236}">
                <a16:creationId xmlns:a16="http://schemas.microsoft.com/office/drawing/2014/main" id="{E363A568-DFAB-4ECE-9402-5A590719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t2">
            <a:extLst xmlns:a="http://schemas.openxmlformats.org/drawingml/2006/main">
              <a:ext uri="{FF2B5EF4-FFF2-40B4-BE49-F238E27FC236}">
                <a16:creationId xmlns:a16="http://schemas.microsoft.com/office/drawing/2014/main" id="{C47EDEE4-B5A3-4B7A-A436-A921E066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t3">
            <a:extLst xmlns:a="http://schemas.openxmlformats.org/drawingml/2006/main">
              <a:ext uri="{FF2B5EF4-FFF2-40B4-BE49-F238E27FC236}">
                <a16:creationId xmlns:a16="http://schemas.microsoft.com/office/drawing/2014/main" id="{84F41DAB-6094-4995-9391-CFEC18B7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4" name="t4">
            <a:extLst xmlns:a="http://schemas.openxmlformats.org/drawingml/2006/main">
              <a:ext uri="{FF2B5EF4-FFF2-40B4-BE49-F238E27FC236}">
                <a16:creationId xmlns:a16="http://schemas.microsoft.com/office/drawing/2014/main" id="{673C24B7-DD50-497B-9517-1623A701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5" name="rl">
            <a:extLst xmlns:a="http://schemas.openxmlformats.org/drawingml/2006/main">
              <a:ext uri="{FF2B5EF4-FFF2-40B4-BE49-F238E27FC236}">
                <a16:creationId xmlns:a16="http://schemas.microsoft.com/office/drawing/2014/main" id="{8E18B6E7-D8E2-462E-A98B-0E437BC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5">
            <a:extLst xmlns:a="http://schemas.openxmlformats.org/drawingml/2006/main">
              <a:ext uri="{FF2B5EF4-FFF2-40B4-BE49-F238E27FC236}">
                <a16:creationId xmlns:a16="http://schemas.microsoft.com/office/drawing/2014/main" id="{27EB3DCE-AD50-4E73-8577-52408E7D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1065668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66529C63-9618-4586-89F8-CB2D3493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A1C84F53-5D27-4CB9-8B11-43279AB3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304BD3EE-02B5-4B66-AA21-D73FFC55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1">
            <a:extLst xmlns:a="http://schemas.openxmlformats.org/drawingml/2006/main">
              <a:ext uri="{FF2B5EF4-FFF2-40B4-BE49-F238E27FC236}">
                <a16:creationId xmlns:a16="http://schemas.microsoft.com/office/drawing/2014/main" id="{3A8E1204-F797-4820-9832-470BEA79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381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1h">
            <a:extLst xmlns:a="http://schemas.openxmlformats.org/drawingml/2006/main">
              <a:ext uri="{FF2B5EF4-FFF2-40B4-BE49-F238E27FC236}">
                <a16:creationId xmlns:a16="http://schemas.microsoft.com/office/drawing/2014/main" id="{629B5413-FB0A-4D6B-9037-2F94E9FD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p1b">
            <a:extLst xmlns:a="http://schemas.openxmlformats.org/drawingml/2006/main">
              <a:ext uri="{FF2B5EF4-FFF2-40B4-BE49-F238E27FC236}">
                <a16:creationId xmlns:a16="http://schemas.microsoft.com/office/drawing/2014/main" id="{5FFA5DF9-B4D3-4D47-A902-7FDF524E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7" name="p2">
            <a:extLst xmlns:a="http://schemas.openxmlformats.org/drawingml/2006/main">
              <a:ext uri="{FF2B5EF4-FFF2-40B4-BE49-F238E27FC236}">
                <a16:creationId xmlns:a16="http://schemas.microsoft.com/office/drawing/2014/main" id="{13D7E166-6647-4D2E-905E-11E3DFE5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381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2h">
            <a:extLst xmlns:a="http://schemas.openxmlformats.org/drawingml/2006/main">
              <a:ext uri="{FF2B5EF4-FFF2-40B4-BE49-F238E27FC236}">
                <a16:creationId xmlns:a16="http://schemas.microsoft.com/office/drawing/2014/main" id="{AD1E405F-9923-44F4-9BD1-963878FB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9" name="p2b">
            <a:extLst xmlns:a="http://schemas.openxmlformats.org/drawingml/2006/main">
              <a:ext uri="{FF2B5EF4-FFF2-40B4-BE49-F238E27FC236}">
                <a16:creationId xmlns:a16="http://schemas.microsoft.com/office/drawing/2014/main" id="{B57D3945-D636-49D3-B760-6D1E9C76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p3">
            <a:extLst xmlns:a="http://schemas.openxmlformats.org/drawingml/2006/main">
              <a:ext uri="{FF2B5EF4-FFF2-40B4-BE49-F238E27FC236}">
                <a16:creationId xmlns:a16="http://schemas.microsoft.com/office/drawing/2014/main" id="{160171FB-48BB-4B3B-84BB-3F17FD4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381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3h">
            <a:extLst xmlns:a="http://schemas.openxmlformats.org/drawingml/2006/main">
              <a:ext uri="{FF2B5EF4-FFF2-40B4-BE49-F238E27FC236}">
                <a16:creationId xmlns:a16="http://schemas.microsoft.com/office/drawing/2014/main" id="{BE4C8C4E-4701-45FE-A90C-E643B697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p3b">
            <a:extLst xmlns:a="http://schemas.openxmlformats.org/drawingml/2006/main">
              <a:ext uri="{FF2B5EF4-FFF2-40B4-BE49-F238E27FC236}">
                <a16:creationId xmlns:a16="http://schemas.microsoft.com/office/drawing/2014/main" id="{14BBECC2-3401-4B49-86BD-4B708F24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13484340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8AC0206F-09DA-4986-8EEE-51C04149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E06BE3E1-3427-4144-946B-2F6A20D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D36CB3F1-8791-42EA-9C85-BC9F6C2D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1h">
            <a:extLst xmlns:a="http://schemas.openxmlformats.org/drawingml/2006/main">
              <a:ext uri="{FF2B5EF4-FFF2-40B4-BE49-F238E27FC236}">
                <a16:creationId xmlns:a16="http://schemas.microsoft.com/office/drawing/2014/main" id="{E189E822-C2C5-476A-9C45-0DDA34BA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5" name="g1b">
            <a:extLst xmlns:a="http://schemas.openxmlformats.org/drawingml/2006/main">
              <a:ext uri="{FF2B5EF4-FFF2-40B4-BE49-F238E27FC236}">
                <a16:creationId xmlns:a16="http://schemas.microsoft.com/office/drawing/2014/main" id="{0F313529-D81F-4561-B3CF-7A2F1835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g2h">
            <a:extLst xmlns:a="http://schemas.openxmlformats.org/drawingml/2006/main">
              <a:ext uri="{FF2B5EF4-FFF2-40B4-BE49-F238E27FC236}">
                <a16:creationId xmlns:a16="http://schemas.microsoft.com/office/drawing/2014/main" id="{95944353-114F-40D3-8AD9-35784C1F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7" name="g2b">
            <a:extLst xmlns:a="http://schemas.openxmlformats.org/drawingml/2006/main">
              <a:ext uri="{FF2B5EF4-FFF2-40B4-BE49-F238E27FC236}">
                <a16:creationId xmlns:a16="http://schemas.microsoft.com/office/drawing/2014/main" id="{C1758497-C958-4143-9AD8-079D00DE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g3h">
            <a:extLst xmlns:a="http://schemas.openxmlformats.org/drawingml/2006/main">
              <a:ext uri="{FF2B5EF4-FFF2-40B4-BE49-F238E27FC236}">
                <a16:creationId xmlns:a16="http://schemas.microsoft.com/office/drawing/2014/main" id="{F5D38192-AE0E-4409-9BED-4400E764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9" name="g3b">
            <a:extLst xmlns:a="http://schemas.openxmlformats.org/drawingml/2006/main">
              <a:ext uri="{FF2B5EF4-FFF2-40B4-BE49-F238E27FC236}">
                <a16:creationId xmlns:a16="http://schemas.microsoft.com/office/drawing/2014/main" id="{300FF71C-6AE8-4B20-9358-D35D06B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g4h">
            <a:extLst xmlns:a="http://schemas.openxmlformats.org/drawingml/2006/main">
              <a:ext uri="{FF2B5EF4-FFF2-40B4-BE49-F238E27FC236}">
                <a16:creationId xmlns:a16="http://schemas.microsoft.com/office/drawing/2014/main" id="{AE59D2D7-709D-45DA-A0AD-601F7C1F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1" name="g4b">
            <a:extLst xmlns:a="http://schemas.openxmlformats.org/drawingml/2006/main">
              <a:ext uri="{FF2B5EF4-FFF2-40B4-BE49-F238E27FC236}">
                <a16:creationId xmlns:a16="http://schemas.microsoft.com/office/drawing/2014/main" id="{83C32092-DD8D-4F11-AA34-18717D91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rp">
            <a:extLst xmlns:a="http://schemas.openxmlformats.org/drawingml/2006/main">
              <a:ext uri="{FF2B5EF4-FFF2-40B4-BE49-F238E27FC236}">
                <a16:creationId xmlns:a16="http://schemas.microsoft.com/office/drawing/2014/main" id="{BE314B0F-69F1-4FCE-B031-458E53E9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912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038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0A577309-220C-4F0D-9F56-F20E4F7E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2B15A1FB-BB11-43E9-9DED-4F76AE24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BCB6ECE8-2B95-448C-A31F-8B24138C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1">
            <a:extLst xmlns:a="http://schemas.openxmlformats.org/drawingml/2006/main">
              <a:ext uri="{FF2B5EF4-FFF2-40B4-BE49-F238E27FC236}">
                <a16:creationId xmlns:a16="http://schemas.microsoft.com/office/drawing/2014/main" id="{776BAE8F-D7F7-4768-AD0F-3E61FB37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457200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0544C-677C-4E7C-A83F-275C2BC2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44626-4DAA-4085-8CF1-722463C4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6692E-33ED-4C9B-A50F-689A199A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193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c2">
            <a:extLst xmlns:a="http://schemas.openxmlformats.org/drawingml/2006/main">
              <a:ext uri="{FF2B5EF4-FFF2-40B4-BE49-F238E27FC236}">
                <a16:creationId xmlns:a16="http://schemas.microsoft.com/office/drawing/2014/main" id="{0B5FC5B3-5DC8-4162-8D54-C0C520FA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457200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6541B-FB2D-4628-BFA2-85DDBD7E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5A826-4E3A-41B5-BD82-3C9EDB81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69AA91-550A-4BE8-B257-AE18E67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193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B6FF85D-54CD-4A4B-8489-E6F1367C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457200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ECC7C-E44E-4A6C-BE9C-AA1E08DB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D5AA2-B33F-42AA-B62B-E9B7D940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0E796-C52A-44A6-988B-8C58167E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193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6" name="c4">
            <a:extLst xmlns:a="http://schemas.openxmlformats.org/drawingml/2006/main">
              <a:ext uri="{FF2B5EF4-FFF2-40B4-BE49-F238E27FC236}">
                <a16:creationId xmlns:a16="http://schemas.microsoft.com/office/drawing/2014/main" id="{2F5DEC09-C627-47B3-9E58-FF98CF26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4572000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65542-9A00-4159-80D9-5E904020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463C1-069C-4771-A1B1-A15BDB5D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241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4DD06-A8CF-4083-AFD6-ABD4096B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19325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1744027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9916DD86-D0C4-4F1B-842E-270D5FF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FEE2837D-F411-496F-8C66-6D2A2E0D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9FC20B6F-813E-40E0-9B45-5B4FB854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1">
            <a:extLst xmlns:a="http://schemas.openxmlformats.org/drawingml/2006/main">
              <a:ext uri="{FF2B5EF4-FFF2-40B4-BE49-F238E27FC236}">
                <a16:creationId xmlns:a16="http://schemas.microsoft.com/office/drawing/2014/main" id="{7DB09122-7EA1-40F3-A319-DBB9891E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9F001-3F9B-4EDC-8B30-93BA433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61E41-DBBD-4E46-952B-BB6A19DE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3D88F-9C03-4921-A978-76D70261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0617B-EFC7-4DC3-B026-BD69C13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9" name="n2">
            <a:extLst xmlns:a="http://schemas.openxmlformats.org/drawingml/2006/main">
              <a:ext uri="{FF2B5EF4-FFF2-40B4-BE49-F238E27FC236}">
                <a16:creationId xmlns:a16="http://schemas.microsoft.com/office/drawing/2014/main" id="{4E21E519-F237-4DB5-A107-DFBD3810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3A83BE-24C4-4796-9CEA-CD7C954A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4543B-B7F6-417E-89CC-D22F62D3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20A7A-21F2-4216-8D7E-76E3B073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6CDFF-9BF6-49BD-A914-87756ECD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n3">
            <a:extLst xmlns:a="http://schemas.openxmlformats.org/drawingml/2006/main">
              <a:ext uri="{FF2B5EF4-FFF2-40B4-BE49-F238E27FC236}">
                <a16:creationId xmlns:a16="http://schemas.microsoft.com/office/drawing/2014/main" id="{88D15B51-7BF9-43A4-A974-07947B95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DF9B5-7229-4D3C-872E-1E36A22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58054-FCE4-468F-BD91-ED02AA16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7B231-2CF7-4D4A-9B18-93BE9BBC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364EC-49AA-4AF8-B727-DCB6D85B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9" name="n4">
            <a:extLst xmlns:a="http://schemas.openxmlformats.org/drawingml/2006/main">
              <a:ext uri="{FF2B5EF4-FFF2-40B4-BE49-F238E27FC236}">
                <a16:creationId xmlns:a16="http://schemas.microsoft.com/office/drawing/2014/main" id="{80511C1A-8585-4A48-A56F-DC96E91B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84852-849C-4EE7-94A9-D5D97007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95BC7-93D9-4C7E-8FD9-FF5EA8DB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6371C-04DD-485F-A31D-DE87049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3" name="desc">
            <a:extLst xmlns:a="http://schemas.openxmlformats.org/drawingml/2006/main">
              <a:ext uri="{FF2B5EF4-FFF2-40B4-BE49-F238E27FC236}">
                <a16:creationId xmlns:a16="http://schemas.microsoft.com/office/drawing/2014/main" id="{1C8BD3EB-C1C3-4516-83F3-8DB0A48D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48455A04-97BB-4055-80D1-3AB20A3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689814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A8F5F0E4-4533-4C32-87D6-ADC729F2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236FD03D-B9CC-40C9-8C44-B7A77D57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2FC9E588-AEBE-406B-8D16-13D71534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p">
            <a:extLst xmlns:a="http://schemas.openxmlformats.org/drawingml/2006/main">
              <a:ext uri="{FF2B5EF4-FFF2-40B4-BE49-F238E27FC236}">
                <a16:creationId xmlns:a16="http://schemas.microsoft.com/office/drawing/2014/main" id="{18CFAD4E-15DF-4A8A-8F19-F99D2202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ph">
            <a:extLst xmlns:a="http://schemas.openxmlformats.org/drawingml/2006/main">
              <a:ext uri="{FF2B5EF4-FFF2-40B4-BE49-F238E27FC236}">
                <a16:creationId xmlns:a16="http://schemas.microsoft.com/office/drawing/2014/main" id="{DE5D2996-8238-4B3B-B0EA-AFEBA925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10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ab">
            <a:extLst xmlns:a="http://schemas.openxmlformats.org/drawingml/2006/main">
              <a:ext uri="{FF2B5EF4-FFF2-40B4-BE49-F238E27FC236}">
                <a16:creationId xmlns:a16="http://schemas.microsoft.com/office/drawing/2014/main" id="{6AF61F52-D541-4D59-8ABA-7EB6442C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60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78210-3BF2-461C-BADA-A76AC86D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an">
            <a:extLst xmlns:a="http://schemas.openxmlformats.org/drawingml/2006/main">
              <a:ext uri="{FF2B5EF4-FFF2-40B4-BE49-F238E27FC236}">
                <a16:creationId xmlns:a16="http://schemas.microsoft.com/office/drawing/2014/main" id="{8B6CADDD-AABE-4E1B-8D17-A9BAC83A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9" name="ad">
            <a:extLst xmlns:a="http://schemas.openxmlformats.org/drawingml/2006/main">
              <a:ext uri="{FF2B5EF4-FFF2-40B4-BE49-F238E27FC236}">
                <a16:creationId xmlns:a16="http://schemas.microsoft.com/office/drawing/2014/main" id="{A8B59169-3C16-4676-ABD3-B7979104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ub">
            <a:extLst xmlns:a="http://schemas.openxmlformats.org/drawingml/2006/main">
              <a:ext uri="{FF2B5EF4-FFF2-40B4-BE49-F238E27FC236}">
                <a16:creationId xmlns:a16="http://schemas.microsoft.com/office/drawing/2014/main" id="{FA1464D1-E9AC-459E-BF9F-237FAD99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CCCC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022B5-01ED-48D2-94FC-2532AD8F5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un">
            <a:extLst xmlns:a="http://schemas.openxmlformats.org/drawingml/2006/main">
              <a:ext uri="{FF2B5EF4-FFF2-40B4-BE49-F238E27FC236}">
                <a16:creationId xmlns:a16="http://schemas.microsoft.com/office/drawing/2014/main" id="{01EE1EDE-E1AF-4DEB-B91F-854C91A2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3" name="ud">
            <a:extLst xmlns:a="http://schemas.openxmlformats.org/drawingml/2006/main">
              <a:ext uri="{FF2B5EF4-FFF2-40B4-BE49-F238E27FC236}">
                <a16:creationId xmlns:a16="http://schemas.microsoft.com/office/drawing/2014/main" id="{853F6D1B-1869-408F-AE9C-BE8FFCB7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rp">
            <a:extLst xmlns:a="http://schemas.openxmlformats.org/drawingml/2006/main">
              <a:ext uri="{FF2B5EF4-FFF2-40B4-BE49-F238E27FC236}">
                <a16:creationId xmlns:a16="http://schemas.microsoft.com/office/drawing/2014/main" id="{36D55835-D73B-4D95-9D04-5B38571A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4610100"/>
          </a:xfrm>
          <a:prstGeom xmlns:a="http://schemas.openxmlformats.org/drawingml/2006/main" prst="roundRect">
            <a:avLst>
              <a:gd name="adj" fmla="val 165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ph">
            <a:extLst xmlns:a="http://schemas.openxmlformats.org/drawingml/2006/main">
              <a:ext uri="{FF2B5EF4-FFF2-40B4-BE49-F238E27FC236}">
                <a16:creationId xmlns:a16="http://schemas.microsoft.com/office/drawing/2014/main" id="{82E6DB14-7D10-4932-9BA3-91C6E85D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00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6" name="s1">
            <a:extLst xmlns:a="http://schemas.openxmlformats.org/drawingml/2006/main">
              <a:ext uri="{FF2B5EF4-FFF2-40B4-BE49-F238E27FC236}">
                <a16:creationId xmlns:a16="http://schemas.microsoft.com/office/drawing/2014/main" id="{9C37CB49-8A75-4DEF-944D-2B07433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7" name="s2">
            <a:extLst xmlns:a="http://schemas.openxmlformats.org/drawingml/2006/main">
              <a:ext uri="{FF2B5EF4-FFF2-40B4-BE49-F238E27FC236}">
                <a16:creationId xmlns:a16="http://schemas.microsoft.com/office/drawing/2014/main" id="{A6C20A37-9A48-4675-9D7C-7192EE78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8" name="s3">
            <a:extLst xmlns:a="http://schemas.openxmlformats.org/drawingml/2006/main">
              <a:ext uri="{FF2B5EF4-FFF2-40B4-BE49-F238E27FC236}">
                <a16:creationId xmlns:a16="http://schemas.microsoft.com/office/drawing/2014/main" id="{D9E3CB78-A102-477C-9F00-74F7A721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9" name="s4">
            <a:extLst xmlns:a="http://schemas.openxmlformats.org/drawingml/2006/main">
              <a:ext uri="{FF2B5EF4-FFF2-40B4-BE49-F238E27FC236}">
                <a16:creationId xmlns:a16="http://schemas.microsoft.com/office/drawing/2014/main" id="{9E53810F-1FFF-4AB8-A378-25067F92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00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0" name="fb">
            <a:extLst xmlns:a="http://schemas.openxmlformats.org/drawingml/2006/main">
              <a:ext uri="{FF2B5EF4-FFF2-40B4-BE49-F238E27FC236}">
                <a16:creationId xmlns:a16="http://schemas.microsoft.com/office/drawing/2014/main" id="{2301EE53-0071-4A54-8D34-46CBC40A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006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bt">
            <a:extLst xmlns:a="http://schemas.openxmlformats.org/drawingml/2006/main">
              <a:ext uri="{FF2B5EF4-FFF2-40B4-BE49-F238E27FC236}">
                <a16:creationId xmlns:a16="http://schemas.microsoft.com/office/drawing/2014/main" id="{C3BCC50F-AF76-44C6-9EE4-CC14ADD0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19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2" name="fbd">
            <a:extLst xmlns:a="http://schemas.openxmlformats.org/drawingml/2006/main">
              <a:ext uri="{FF2B5EF4-FFF2-40B4-BE49-F238E27FC236}">
                <a16:creationId xmlns:a16="http://schemas.microsoft.com/office/drawing/2014/main" id="{7A729499-A150-4355-BAF5-7B02D3DD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1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3" name="fbc">
            <a:extLst xmlns:a="http://schemas.openxmlformats.org/drawingml/2006/main">
              <a:ext uri="{FF2B5EF4-FFF2-40B4-BE49-F238E27FC236}">
                <a16:creationId xmlns:a16="http://schemas.microsoft.com/office/drawing/2014/main" id="{39FB824E-682D-4F41-863A-FA8A55A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19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576974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964ACC02-57FF-4688-BB15-A4907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0C8DF297-7C07-4BEA-A7C4-CA4BC730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FEA48AE3-ACF5-4A86-8719-5C9E773B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1">
            <a:extLst xmlns:a="http://schemas.openxmlformats.org/drawingml/2006/main">
              <a:ext uri="{FF2B5EF4-FFF2-40B4-BE49-F238E27FC236}">
                <a16:creationId xmlns:a16="http://schemas.microsoft.com/office/drawing/2014/main" id="{A843C591-C50B-4DF5-A646-2570415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572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A7923-C738-4278-9467-0793C95B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FD764-00AB-4EDE-BB63-5DB2DB3B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4795C-F8D9-473A-9A13-57886FF1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s2">
            <a:extLst xmlns:a="http://schemas.openxmlformats.org/drawingml/2006/main">
              <a:ext uri="{FF2B5EF4-FFF2-40B4-BE49-F238E27FC236}">
                <a16:creationId xmlns:a16="http://schemas.microsoft.com/office/drawing/2014/main" id="{895753C2-63C7-4757-B471-EF5D3869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572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94294-0B51-41ED-8CBF-F46503B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E0788-E287-45D5-A7EB-9D082AB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08F6-E5C8-4DF7-8002-474C8DA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s3">
            <a:extLst xmlns:a="http://schemas.openxmlformats.org/drawingml/2006/main">
              <a:ext uri="{FF2B5EF4-FFF2-40B4-BE49-F238E27FC236}">
                <a16:creationId xmlns:a16="http://schemas.microsoft.com/office/drawing/2014/main" id="{6C342320-6E0A-4563-9DB3-4FC42A3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5720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7DEB6-806C-4424-A53E-87D3F384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3528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CEC86-8B94-4708-A33C-A0D3A83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D0834-651B-4C5B-B84A-257BCD7A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19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1011489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B4621BB4-8CEB-4F50-A81D-4F2658C3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BFF4CA22-F2ED-4B3E-BCAF-968D5BB2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C7B79ACB-0049-4B5B-8B5E-D1C1340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170">
            <a:extLst xmlns:a="http://schemas.openxmlformats.org/drawingml/2006/main">
              <a:ext uri="{FF2B5EF4-FFF2-40B4-BE49-F238E27FC236}">
                <a16:creationId xmlns:a16="http://schemas.microsoft.com/office/drawing/2014/main" id="{40BC944C-7393-4C6E-AD79-0B72C782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7D609-6237-4EFE-B98E-2E45E1F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6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b246">
            <a:extLst xmlns:a="http://schemas.openxmlformats.org/drawingml/2006/main">
              <a:ext uri="{FF2B5EF4-FFF2-40B4-BE49-F238E27FC236}">
                <a16:creationId xmlns:a16="http://schemas.microsoft.com/office/drawing/2014/main" id="{CC5C3FC7-9CD2-4F48-9A88-75B662A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2CB02-0EA9-41CB-B5E7-7F16C842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6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b322">
            <a:extLst xmlns:a="http://schemas.openxmlformats.org/drawingml/2006/main">
              <a:ext uri="{FF2B5EF4-FFF2-40B4-BE49-F238E27FC236}">
                <a16:creationId xmlns:a16="http://schemas.microsoft.com/office/drawing/2014/main" id="{B91443C4-290C-43F3-BD2C-05AB24C7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04B0F-6162-4EF9-B2EC-4C22459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6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b398">
            <a:extLst xmlns:a="http://schemas.openxmlformats.org/drawingml/2006/main">
              <a:ext uri="{FF2B5EF4-FFF2-40B4-BE49-F238E27FC236}">
                <a16:creationId xmlns:a16="http://schemas.microsoft.com/office/drawing/2014/main" id="{0D82E1E8-B11D-42AD-9E78-75C5F5D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CCFFD-C11A-48A0-BF36-372E5928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6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b474">
            <a:extLst xmlns:a="http://schemas.openxmlformats.org/drawingml/2006/main">
              <a:ext uri="{FF2B5EF4-FFF2-40B4-BE49-F238E27FC236}">
                <a16:creationId xmlns:a16="http://schemas.microsoft.com/office/drawing/2014/main" id="{2A156E43-204C-4195-8225-3B3F17D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C3C8F-4A2B-4625-89D9-76B20739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6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b550">
            <a:extLst xmlns:a="http://schemas.openxmlformats.org/drawingml/2006/main">
              <a:ext uri="{FF2B5EF4-FFF2-40B4-BE49-F238E27FC236}">
                <a16:creationId xmlns:a16="http://schemas.microsoft.com/office/drawing/2014/main" id="{E798BD4F-AF1A-42AA-BEC8-FADB889B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75D4E-ED4C-457E-BFCC-725AF8A7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6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6" name="rr">
            <a:extLst xmlns:a="http://schemas.openxmlformats.org/drawingml/2006/main">
              <a:ext uri="{FF2B5EF4-FFF2-40B4-BE49-F238E27FC236}">
                <a16:creationId xmlns:a16="http://schemas.microsoft.com/office/drawing/2014/main" id="{EEB6D40B-6FF2-4342-B448-D57D37AD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962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h">
            <a:extLst xmlns:a="http://schemas.openxmlformats.org/drawingml/2006/main">
              <a:ext uri="{FF2B5EF4-FFF2-40B4-BE49-F238E27FC236}">
                <a16:creationId xmlns:a16="http://schemas.microsoft.com/office/drawing/2014/main" id="{1DC6FE89-B64F-4326-A7DC-D76C500A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8" name="m1">
            <a:extLst xmlns:a="http://schemas.openxmlformats.org/drawingml/2006/main">
              <a:ext uri="{FF2B5EF4-FFF2-40B4-BE49-F238E27FC236}">
                <a16:creationId xmlns:a16="http://schemas.microsoft.com/office/drawing/2014/main" id="{320A9B3E-BE4E-470D-8590-D38858A9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9" name="m2">
            <a:extLst xmlns:a="http://schemas.openxmlformats.org/drawingml/2006/main">
              <a:ext uri="{FF2B5EF4-FFF2-40B4-BE49-F238E27FC236}">
                <a16:creationId xmlns:a16="http://schemas.microsoft.com/office/drawing/2014/main" id="{0C330E07-5EF0-48AB-AA16-77C4F3DD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0" name="m3">
            <a:extLst xmlns:a="http://schemas.openxmlformats.org/drawingml/2006/main">
              <a:ext uri="{FF2B5EF4-FFF2-40B4-BE49-F238E27FC236}">
                <a16:creationId xmlns:a16="http://schemas.microsoft.com/office/drawing/2014/main" id="{79568C8C-0917-45E4-9B68-83A3133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1" name="m4">
            <a:extLst xmlns:a="http://schemas.openxmlformats.org/drawingml/2006/main">
              <a:ext uri="{FF2B5EF4-FFF2-40B4-BE49-F238E27FC236}">
                <a16:creationId xmlns:a16="http://schemas.microsoft.com/office/drawing/2014/main" id="{F523F0D4-3310-4295-896C-BB8EF1F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2" name="m5">
            <a:extLst xmlns:a="http://schemas.openxmlformats.org/drawingml/2006/main">
              <a:ext uri="{FF2B5EF4-FFF2-40B4-BE49-F238E27FC236}">
                <a16:creationId xmlns:a16="http://schemas.microsoft.com/office/drawing/2014/main" id="{238F2117-7041-4CB9-81BF-95AAB11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3" name="m6">
            <a:extLst xmlns:a="http://schemas.openxmlformats.org/drawingml/2006/main">
              <a:ext uri="{FF2B5EF4-FFF2-40B4-BE49-F238E27FC236}">
                <a16:creationId xmlns:a16="http://schemas.microsoft.com/office/drawing/2014/main" id="{804BACCA-694D-451B-9EFD-54C5B588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4" name="m7">
            <a:extLst xmlns:a="http://schemas.openxmlformats.org/drawingml/2006/main">
              <a:ext uri="{FF2B5EF4-FFF2-40B4-BE49-F238E27FC236}">
                <a16:creationId xmlns:a16="http://schemas.microsoft.com/office/drawing/2014/main" id="{3C048CE2-CDAA-4F4D-B36D-C077F0C5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5" name="m8">
            <a:extLst xmlns:a="http://schemas.openxmlformats.org/drawingml/2006/main">
              <a:ext uri="{FF2B5EF4-FFF2-40B4-BE49-F238E27FC236}">
                <a16:creationId xmlns:a16="http://schemas.microsoft.com/office/drawing/2014/main" id="{4D943015-CD7E-4210-AABF-09933147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6" name="mn">
            <a:extLst xmlns:a="http://schemas.openxmlformats.org/drawingml/2006/main">
              <a:ext uri="{FF2B5EF4-FFF2-40B4-BE49-F238E27FC236}">
                <a16:creationId xmlns:a16="http://schemas.microsoft.com/office/drawing/2014/main" id="{C7DB80D3-0C02-4290-878E-9BDD3C13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nt">
            <a:extLst xmlns:a="http://schemas.openxmlformats.org/drawingml/2006/main">
              <a:ext uri="{FF2B5EF4-FFF2-40B4-BE49-F238E27FC236}">
                <a16:creationId xmlns:a16="http://schemas.microsoft.com/office/drawing/2014/main" id="{6B6D9325-89C9-4F1A-9B51-299E42F5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86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778949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71AD556F-06DA-4600-9F44-318CEDA9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B8064CB4-7835-46B5-9B5A-F3ACB20B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C7A8E605-E073-4361-BE7D-7A2B4C1F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h">
            <a:extLst xmlns:a="http://schemas.openxmlformats.org/drawingml/2006/main">
              <a:ext uri="{FF2B5EF4-FFF2-40B4-BE49-F238E27FC236}">
                <a16:creationId xmlns:a16="http://schemas.microsoft.com/office/drawing/2014/main" id="{D0E05BD9-8015-4634-AC31-94FE80D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5" name="uf">
            <a:extLst xmlns:a="http://schemas.openxmlformats.org/drawingml/2006/main">
              <a:ext uri="{FF2B5EF4-FFF2-40B4-BE49-F238E27FC236}">
                <a16:creationId xmlns:a16="http://schemas.microsoft.com/office/drawing/2014/main" id="{5974E3C1-9493-4683-872C-775F2215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ru">
            <a:extLst xmlns:a="http://schemas.openxmlformats.org/drawingml/2006/main">
              <a:ext uri="{FF2B5EF4-FFF2-40B4-BE49-F238E27FC236}">
                <a16:creationId xmlns:a16="http://schemas.microsoft.com/office/drawing/2014/main" id="{8CDF5174-8B31-47E3-B5C1-8BE0269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h">
            <a:extLst xmlns:a="http://schemas.openxmlformats.org/drawingml/2006/main">
              <a:ext uri="{FF2B5EF4-FFF2-40B4-BE49-F238E27FC236}">
                <a16:creationId xmlns:a16="http://schemas.microsoft.com/office/drawing/2014/main" id="{A3A72563-C062-44E1-959C-4924A884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df">
            <a:extLst xmlns:a="http://schemas.openxmlformats.org/drawingml/2006/main">
              <a:ext uri="{FF2B5EF4-FFF2-40B4-BE49-F238E27FC236}">
                <a16:creationId xmlns:a16="http://schemas.microsoft.com/office/drawing/2014/main" id="{1974AFD1-DE3C-490C-8AFB-8BAF6DF5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9" name="rd">
            <a:extLst xmlns:a="http://schemas.openxmlformats.org/drawingml/2006/main">
              <a:ext uri="{FF2B5EF4-FFF2-40B4-BE49-F238E27FC236}">
                <a16:creationId xmlns:a16="http://schemas.microsoft.com/office/drawing/2014/main" id="{4ED9627C-8605-4309-974A-80D7D61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b">
            <a:extLst xmlns:a="http://schemas.openxmlformats.org/drawingml/2006/main">
              <a:ext uri="{FF2B5EF4-FFF2-40B4-BE49-F238E27FC236}">
                <a16:creationId xmlns:a16="http://schemas.microsoft.com/office/drawing/2014/main" id="{B988426A-4593-40D3-B19C-BFECE58E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">
            <a:extLst xmlns:a="http://schemas.openxmlformats.org/drawingml/2006/main">
              <a:ext uri="{FF2B5EF4-FFF2-40B4-BE49-F238E27FC236}">
                <a16:creationId xmlns:a16="http://schemas.microsoft.com/office/drawing/2014/main" id="{D0CDE6E8-0F72-441B-962C-3FB12CB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p1">
            <a:extLst xmlns:a="http://schemas.openxmlformats.org/drawingml/2006/main">
              <a:ext uri="{FF2B5EF4-FFF2-40B4-BE49-F238E27FC236}">
                <a16:creationId xmlns:a16="http://schemas.microsoft.com/office/drawing/2014/main" id="{B294EAEF-0F30-40A4-9980-927785EE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3" name="p2">
            <a:extLst xmlns:a="http://schemas.openxmlformats.org/drawingml/2006/main">
              <a:ext uri="{FF2B5EF4-FFF2-40B4-BE49-F238E27FC236}">
                <a16:creationId xmlns:a16="http://schemas.microsoft.com/office/drawing/2014/main" id="{BFFE1A6D-2717-4FC8-A8B7-5BC3A61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p3">
            <a:extLst xmlns:a="http://schemas.openxmlformats.org/drawingml/2006/main">
              <a:ext uri="{FF2B5EF4-FFF2-40B4-BE49-F238E27FC236}">
                <a16:creationId xmlns:a16="http://schemas.microsoft.com/office/drawing/2014/main" id="{9239EEBE-9458-4FA4-8C58-EFB83D9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5" name="p4">
            <a:extLst xmlns:a="http://schemas.openxmlformats.org/drawingml/2006/main">
              <a:ext uri="{FF2B5EF4-FFF2-40B4-BE49-F238E27FC236}">
                <a16:creationId xmlns:a16="http://schemas.microsoft.com/office/drawing/2014/main" id="{5E358B50-5878-4314-9850-A60A4EBE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4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6" name="pc">
            <a:extLst xmlns:a="http://schemas.openxmlformats.org/drawingml/2006/main">
              <a:ext uri="{FF2B5EF4-FFF2-40B4-BE49-F238E27FC236}">
                <a16:creationId xmlns:a16="http://schemas.microsoft.com/office/drawing/2014/main" id="{AA8A7CA9-A02D-418B-B1CB-4C628B93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8470526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">
            <a:extLst xmlns:a="http://schemas.openxmlformats.org/drawingml/2006/main">
              <a:ext uri="{FF2B5EF4-FFF2-40B4-BE49-F238E27FC236}">
                <a16:creationId xmlns:a16="http://schemas.microsoft.com/office/drawing/2014/main" id="{4CCD4E56-3BB6-40CE-B428-E64A0AF7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2" name="n">
            <a:extLst xmlns:a="http://schemas.openxmlformats.org/drawingml/2006/main">
              <a:ext uri="{FF2B5EF4-FFF2-40B4-BE49-F238E27FC236}">
                <a16:creationId xmlns:a16="http://schemas.microsoft.com/office/drawing/2014/main" id="{2D3084E5-8EB5-400E-AB4A-C69C709F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3" name="r">
            <a:extLst xmlns:a="http://schemas.openxmlformats.org/drawingml/2006/main">
              <a:ext uri="{FF2B5EF4-FFF2-40B4-BE49-F238E27FC236}">
                <a16:creationId xmlns:a16="http://schemas.microsoft.com/office/drawing/2014/main" id="{AC55D8DC-FE78-4CB6-AD41-287E75AD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">
            <a:extLst xmlns:a="http://schemas.openxmlformats.org/drawingml/2006/main">
              <a:ext uri="{FF2B5EF4-FFF2-40B4-BE49-F238E27FC236}">
                <a16:creationId xmlns:a16="http://schemas.microsoft.com/office/drawing/2014/main" id="{FA3E70F5-3F76-4AEE-B634-BE9406F7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578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h">
            <a:extLst xmlns:a="http://schemas.openxmlformats.org/drawingml/2006/main">
              <a:ext uri="{FF2B5EF4-FFF2-40B4-BE49-F238E27FC236}">
                <a16:creationId xmlns:a16="http://schemas.microsoft.com/office/drawing/2014/main" id="{1511A651-AAB5-437B-B113-8F59DE52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6" name="a1">
            <a:extLst xmlns:a="http://schemas.openxmlformats.org/drawingml/2006/main">
              <a:ext uri="{FF2B5EF4-FFF2-40B4-BE49-F238E27FC236}">
                <a16:creationId xmlns:a16="http://schemas.microsoft.com/office/drawing/2014/main" id="{BD0233FA-2F78-407C-A824-38371336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7" name="a2">
            <a:extLst xmlns:a="http://schemas.openxmlformats.org/drawingml/2006/main">
              <a:ext uri="{FF2B5EF4-FFF2-40B4-BE49-F238E27FC236}">
                <a16:creationId xmlns:a16="http://schemas.microsoft.com/office/drawing/2014/main" id="{145C4F46-3AA1-4390-9C80-F4379F58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8" name="a3">
            <a:extLst xmlns:a="http://schemas.openxmlformats.org/drawingml/2006/main">
              <a:ext uri="{FF2B5EF4-FFF2-40B4-BE49-F238E27FC236}">
                <a16:creationId xmlns:a16="http://schemas.microsoft.com/office/drawing/2014/main" id="{002EEAB6-CF0E-4B23-81F8-E2371FC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9" name="a4">
            <a:extLst xmlns:a="http://schemas.openxmlformats.org/drawingml/2006/main">
              <a:ext uri="{FF2B5EF4-FFF2-40B4-BE49-F238E27FC236}">
                <a16:creationId xmlns:a16="http://schemas.microsoft.com/office/drawing/2014/main" id="{71A3870D-D7D0-4D9A-853C-30301100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0" name="a5">
            <a:extLst xmlns:a="http://schemas.openxmlformats.org/drawingml/2006/main">
              <a:ext uri="{FF2B5EF4-FFF2-40B4-BE49-F238E27FC236}">
                <a16:creationId xmlns:a16="http://schemas.microsoft.com/office/drawing/2014/main" id="{B1EAEF41-B20C-47C6-87A8-99BB2B45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1" name="a6">
            <a:extLst xmlns:a="http://schemas.openxmlformats.org/drawingml/2006/main">
              <a:ext uri="{FF2B5EF4-FFF2-40B4-BE49-F238E27FC236}">
                <a16:creationId xmlns:a16="http://schemas.microsoft.com/office/drawing/2014/main" id="{2B6ACFFA-34A7-478B-9C65-F6DD469E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2" name="fp">
            <a:extLst xmlns:a="http://schemas.openxmlformats.org/drawingml/2006/main">
              <a:ext uri="{FF2B5EF4-FFF2-40B4-BE49-F238E27FC236}">
                <a16:creationId xmlns:a16="http://schemas.microsoft.com/office/drawing/2014/main" id="{8DA81C8A-842E-4B8E-8B69-3004CB29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578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h">
            <a:extLst xmlns:a="http://schemas.openxmlformats.org/drawingml/2006/main">
              <a:ext uri="{FF2B5EF4-FFF2-40B4-BE49-F238E27FC236}">
                <a16:creationId xmlns:a16="http://schemas.microsoft.com/office/drawing/2014/main" id="{398B2318-17E5-4222-A291-39D1EC6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4" name="f1">
            <a:extLst xmlns:a="http://schemas.openxmlformats.org/drawingml/2006/main">
              <a:ext uri="{FF2B5EF4-FFF2-40B4-BE49-F238E27FC236}">
                <a16:creationId xmlns:a16="http://schemas.microsoft.com/office/drawing/2014/main" id="{F37C7843-619A-4896-B251-3320A74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5" name="f2">
            <a:extLst xmlns:a="http://schemas.openxmlformats.org/drawingml/2006/main">
              <a:ext uri="{FF2B5EF4-FFF2-40B4-BE49-F238E27FC236}">
                <a16:creationId xmlns:a16="http://schemas.microsoft.com/office/drawing/2014/main" id="{EF5071CA-2E2A-435C-B61F-7A4706F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6" name="f3">
            <a:extLst xmlns:a="http://schemas.openxmlformats.org/drawingml/2006/main">
              <a:ext uri="{FF2B5EF4-FFF2-40B4-BE49-F238E27FC236}">
                <a16:creationId xmlns:a16="http://schemas.microsoft.com/office/drawing/2014/main" id="{8DFC5540-F48C-4DEA-A952-321B489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7" name="f4">
            <a:extLst xmlns:a="http://schemas.openxmlformats.org/drawingml/2006/main">
              <a:ext uri="{FF2B5EF4-FFF2-40B4-BE49-F238E27FC236}">
                <a16:creationId xmlns:a16="http://schemas.microsoft.com/office/drawing/2014/main" id="{96CC8782-48DE-457E-8AF9-EA8D895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8" name="f5">
            <a:extLst xmlns:a="http://schemas.openxmlformats.org/drawingml/2006/main">
              <a:ext uri="{FF2B5EF4-FFF2-40B4-BE49-F238E27FC236}">
                <a16:creationId xmlns:a16="http://schemas.microsoft.com/office/drawing/2014/main" id="{0EE7B5B8-5E32-49E3-8237-EC9C03EC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2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  <p:sp>
        <p:nvSpPr>
          <p:cNvPr id="19" name="cr">
            <a:extLst xmlns:a="http://schemas.openxmlformats.org/drawingml/2006/main">
              <a:ext uri="{FF2B5EF4-FFF2-40B4-BE49-F238E27FC236}">
                <a16:creationId xmlns:a16="http://schemas.microsoft.com/office/drawing/2014/main" id="{FFD5C764-9D92-44D3-A76E-56709E4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">
            <a:extLst xmlns:a="http://schemas.openxmlformats.org/drawingml/2006/main">
              <a:ext uri="{FF2B5EF4-FFF2-40B4-BE49-F238E27FC236}">
                <a16:creationId xmlns:a16="http://schemas.microsoft.com/office/drawing/2014/main" id="{E8502A7C-D52D-494C-B4BB-A9012123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820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>[object Object]</a:t>
            </a:r>
          </a:p>
        </p:txBody>
      </p:sp>
    </p:spTree>
    <p:extLst>
      <p:ext uri="{BB962C8B-B14F-4D97-AF65-F5344CB8AC3E}">
        <p14:creationId xmlns:p14="http://schemas.microsoft.com/office/powerpoint/2010/main" val="830399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2026-07-18T04:59:12.3960000Z</dcterms:created>
  <dcterms:modified xsi:type="dcterms:W3CDTF">2026-07-18T04:59:12.3960000Z</dcterms:modified>
</coreProperties>
</file>